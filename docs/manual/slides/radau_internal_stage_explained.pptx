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This slide zooms into one internal step inside solve_ivp(method='Radau'). In the J-V sweep, the outer loop first holds the applied voltage V_k fixed and defines an initial-value problem dY/dt = F(Y; V_k). Radau then advances this IVP using adaptive internal steps h.
Within one internal step, K1, K2, and K3 are not three measured J-V points. They are three implicit Runge-Kutta stage slopes. The stages are located at different positions within the interval [t_n, t_n + h], and each stage state contains a weighted combination of all stage slopes. This coupling is why the method is implicit.
SciPy's Radau method solves the coupled stage equations with Newton iterations, repeatedly evaluating the drift-diffusion RHS F(Y). After the stage slopes are self-consistent, the weighted average of the stages updates Y_n to Y_{n+1}. This implicit coupling is useful for stiff carrier transport, recombination, electrostatics, and slow ionic relaxation.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292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solve_ivp(method='Radau'): What K1-K3 Mean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29768" y="603504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J-V voltage plateau is one IVP: hold Vₖ</a:t>
            </a:r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fixed, then Radau advances the state through many internal steps.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438912" y="960120"/>
            <a:ext cx="683971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View: One Internal Radau Step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4617720" y="113385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 animation; use slideshow mode for playback.</a:t>
            </a:r>
            <a:endParaRPr lang="en-US" sz="860" dirty="0"/>
          </a:p>
        </p:txBody>
      </p:sp>
      <p:pic>
        <p:nvPicPr>
          <p:cNvPr id="7" name="Image 0" descr="/Users/shane/Library/CloudStorage/OneDrive-HKUST(Guangzhou)/SolarLab/docs/manual/figures/radau_stage_process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417320"/>
            <a:ext cx="6291072" cy="3538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5138928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outer plateau time </a:t>
            </a:r>
            <a:pPr algn="l"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Δt</a:t>
            </a:r>
            <a:pPr algn="l"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many adaptive internal steps </a:t>
            </a:r>
            <a:pPr algn="l"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l"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internal step solves a coupled set of stages.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7498080" y="960120"/>
            <a:ext cx="4242816" cy="48006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54112" y="1115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Equation And Symbols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7735824" y="1426464"/>
            <a:ext cx="3749040" cy="1389888"/>
          </a:xfrm>
          <a:prstGeom prst="roundRect">
            <a:avLst>
              <a:gd name="adj" fmla="val 5263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18704" y="1563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Radau stage equations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73568" y="19019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Kᵢ = F(tₙ + cᵢh,  Yₙ + hΣⱼ aᵢⱼKⱼ; Vₖ)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73568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Yₙ₊₁ = Yₙ + hΣᵢ bᵢKᵢ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35824" y="2999232"/>
            <a:ext cx="1737360" cy="621792"/>
          </a:xfrm>
          <a:prstGeom prst="roundRect">
            <a:avLst>
              <a:gd name="adj" fmla="val 1029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35824" y="2999232"/>
            <a:ext cx="73152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0416" y="31089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900416" y="336499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Y_n: current state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Y_n+1: updated state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9747504" y="2999232"/>
            <a:ext cx="1737360" cy="621792"/>
          </a:xfrm>
          <a:prstGeom prst="roundRect">
            <a:avLst>
              <a:gd name="adj" fmla="val 10294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747504" y="2999232"/>
            <a:ext cx="73152" cy="621792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12096" y="31089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SIZE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912096" y="336499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h: Radau internal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time step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7735824" y="3767328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35824" y="3767328"/>
            <a:ext cx="73152" cy="7132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00416" y="387705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900416" y="41330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K1, K2, K3: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slopes from F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9747504" y="3767328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47504" y="3767328"/>
            <a:ext cx="73152" cy="713232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12096" y="387705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912096" y="41330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c_i: stage locations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a_ij: coupling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b_i: final average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7735824" y="464515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27848" y="477316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implicit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7927848" y="499262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K_i depends on all K_j. Newton iteration solves the coupled stages together, giving stability for stiff drift-diffusion dynamics.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38912" y="5907024"/>
            <a:ext cx="1130198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4944" y="599846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1248" y="6080760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FIX VOLTAGE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841248" y="6227064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V_app = V_k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2779776" y="6117336"/>
            <a:ext cx="3474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3218688" y="599846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64992" y="6080760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SOLVE IVP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3364992" y="6227064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dY/dt = F(Y; V_k)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303520" y="6117336"/>
            <a:ext cx="3474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742432" y="599846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88736" y="6080760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UPDATE STATE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5888736" y="6227064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Y_n -&gt; Y_n+1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827264" y="6117336"/>
            <a:ext cx="34747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8266176" y="5998464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12480" y="6080760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RECORD CURRENT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8412480" y="6227064"/>
            <a:ext cx="2889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J(V_k) after settle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2920" y="6647688"/>
            <a:ext cx="11173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algn="ctr" indent="0" marL="0">
              <a:buNone/>
            </a:pPr>
            <a:r>
              <a:rPr lang="en-US" sz="94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K1, K2, K3 are not voltage samples; they are coupled internal slopes used to advance one Radau step from Y_n to Y_n+1.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SolarLab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solve_ivp(method='Radau'): What K1-K3 Mean</dc:title>
  <dc:subject>Radau internal stages in solve_ivp</dc:subject>
  <dc:creator>SolarLab</dc:creator>
  <cp:lastModifiedBy>SolarLab</cp:lastModifiedBy>
  <cp:revision>1</cp:revision>
  <dcterms:created xsi:type="dcterms:W3CDTF">2026-05-21T14:50:50Z</dcterms:created>
  <dcterms:modified xsi:type="dcterms:W3CDTF">2026-05-21T14:50:50Z</dcterms:modified>
</cp:coreProperties>
</file>