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separates the complete SolarLab 2D computation into an outer J-V sweep and a fixed-voltage transient core. The outer workflow builds the mesh and material arrays, initializes the state, loops over applied voltage points, and postprocesses terminal currents into a J-V curve.
Inside each fixed-voltage solve, the Radau method is the implicit time integrator for the semi-discrete method-of-lines system. Radau proposes stage states and repeatedly calls the RHS operator F(Y).
The RHS assembly is not the time integrator by itself. It is the spatially discretized physics evaluation: unpack carrier densities, compute charge density, solve Poisson, evaluate generation and recombination, compute Scharfetter-Gummel fluxes, take current divergence, impose boundary conditions, and return dY/dt.
Academic phrasing:
The complete workflow consists of spatial discretization and material-array construction, warm-start initialization, voltage-stepped implicit Radau integration of the semi-discrete drift-diffusion system, repeated RHS assembly at nonlinear stage evaluations, and terminal-current extraction from the converged transient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2D Solver Workflow: RHS Assembly + Radau Integration</a:t>
            </a:r>
            <a:endParaRPr lang="en-US" sz="208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2D J-V calculation is an outer voltage sweep; for each applied voltage, an implicit Radau solver repeatedly evaluates the 2D RHS physics operator.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65992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43000"/>
            <a:ext cx="2971800" cy="4773168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280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Outer 2D J-V Sweep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1078992" y="1490472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calculation boundary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877824" y="1664208"/>
            <a:ext cx="2542032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664208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556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42416" y="199339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stack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mesh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arrays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44144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" y="2660904"/>
            <a:ext cx="2542032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2660904"/>
            <a:ext cx="73152" cy="73152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7523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042416" y="299008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warm start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Y₀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ion background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48840" y="343814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" y="3657600"/>
            <a:ext cx="2542032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657600"/>
            <a:ext cx="73152" cy="73152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74904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LOOP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42416" y="398678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Vₖ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fixed-voltage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solve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48840" y="443484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7824" y="4654296"/>
            <a:ext cx="2542032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4654296"/>
            <a:ext cx="73152" cy="7315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7457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POSTPROCESS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042416" y="498348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J(Vₖ)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J-V curve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metrics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13048" y="1143000"/>
            <a:ext cx="7562088" cy="4773168"/>
          </a:xfrm>
          <a:prstGeom prst="roundRect">
            <a:avLst>
              <a:gd name="adj" fmla="val 15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41648" y="1280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Fixed-Voltage Core Solve at Vₖ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558784" y="130759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Radau repeatedly calls F(Y)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4069080" y="1664208"/>
            <a:ext cx="7004304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1664208"/>
            <a:ext cx="73152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33672" y="1755648"/>
            <a:ext cx="671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RADAU TIME INTEGRATION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233672" y="1984248"/>
            <a:ext cx="6693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dY/dt = F(Y);  adaptive stiff IVP solve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carrier state until Y(tₛ)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53712" y="251460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state Y⁽ⁱ⁾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016752" y="2450592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052560" y="25146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F(Y) returned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851392" y="2706624"/>
            <a:ext cx="0" cy="-256032"/>
          </a:xfrm>
          <a:prstGeom prst="line">
            <a:avLst/>
          </a:prstGeom>
          <a:noFill/>
          <a:ln w="12700">
            <a:solidFill>
              <a:srgbClr val="16803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069080" y="2761488"/>
            <a:ext cx="7004304" cy="1408176"/>
          </a:xfrm>
          <a:prstGeom prst="roundRect">
            <a:avLst>
              <a:gd name="adj" fmla="val 519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2761488"/>
            <a:ext cx="73152" cy="14081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28895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RHS ASSEMBLY  F(Y)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705088" y="28986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dY/dt = [dn/dt, dp/dt]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15968" y="321868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33101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36008" y="33009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4636008" y="35204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n(y,x), p(y,x)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623560" y="321868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05856" y="33101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0" y="33009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5943600" y="35204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-&gt; φ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6931152" y="321868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33101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51192" y="33009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770" dirty="0"/>
          </a:p>
        </p:txBody>
      </p:sp>
      <p:sp>
        <p:nvSpPr>
          <p:cNvPr id="53" name="Text 51"/>
          <p:cNvSpPr/>
          <p:nvPr/>
        </p:nvSpPr>
        <p:spPr>
          <a:xfrm>
            <a:off x="7251192" y="35204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- R(n,p)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8238744" y="321868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33101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558784" y="33009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</a:t>
            </a:r>
            <a:endParaRPr lang="en-US" sz="770" dirty="0"/>
          </a:p>
        </p:txBody>
      </p:sp>
      <p:sp>
        <p:nvSpPr>
          <p:cNvPr id="57" name="Text 55"/>
          <p:cNvSpPr/>
          <p:nvPr/>
        </p:nvSpPr>
        <p:spPr>
          <a:xfrm>
            <a:off x="8558784" y="35204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Jₙ, Jₚ by SG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9546336" y="321868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28632" y="33101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866376" y="33009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770" dirty="0"/>
          </a:p>
        </p:txBody>
      </p:sp>
      <p:sp>
        <p:nvSpPr>
          <p:cNvPr id="61" name="Text 59"/>
          <p:cNvSpPr/>
          <p:nvPr/>
        </p:nvSpPr>
        <p:spPr>
          <a:xfrm>
            <a:off x="9866376" y="35204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∇·J + BCs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5495544" y="3502152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803136" y="3502152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110728" y="3502152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418320" y="3502152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571232" y="4187952"/>
            <a:ext cx="0" cy="2194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069080" y="4462272"/>
            <a:ext cx="3127248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69080" y="4462272"/>
            <a:ext cx="73152" cy="658368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3672" y="45537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CHECK</a:t>
            </a:r>
            <a:endParaRPr lang="en-US" sz="810" dirty="0"/>
          </a:p>
        </p:txBody>
      </p:sp>
      <p:sp>
        <p:nvSpPr>
          <p:cNvPr id="70" name="Text 68"/>
          <p:cNvSpPr/>
          <p:nvPr/>
        </p:nvSpPr>
        <p:spPr>
          <a:xfrm>
            <a:off x="4233672" y="477316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step control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settling or end-time criterion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7278624" y="4791456"/>
            <a:ext cx="3474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7699248" y="4462272"/>
            <a:ext cx="3374136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99248" y="4462272"/>
            <a:ext cx="73152" cy="658368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0" y="45537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EXTRACTION</a:t>
            </a:r>
            <a:endParaRPr lang="en-US" sz="810" dirty="0"/>
          </a:p>
        </p:txBody>
      </p:sp>
      <p:sp>
        <p:nvSpPr>
          <p:cNvPr id="75" name="Text 73"/>
          <p:cNvSpPr/>
          <p:nvPr/>
        </p:nvSpPr>
        <p:spPr>
          <a:xfrm>
            <a:off x="7863840" y="4773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J(Vₖ)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to voltage loop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4069080" y="5358384"/>
            <a:ext cx="700430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61104" y="5449824"/>
            <a:ext cx="662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relationship: Radau controls time stepping and nonlinear stage solves; RHS Assembly supplies the spatially discretized semiconductor physics.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438144" y="3941064"/>
            <a:ext cx="448056" cy="0"/>
          </a:xfrm>
          <a:prstGeom prst="line">
            <a:avLst/>
          </a:prstGeom>
          <a:noFill/>
          <a:ln w="12700">
            <a:solidFill>
              <a:srgbClr val="A16207"/>
            </a:solidFill>
            <a:prstDash val="solid"/>
            <a:headEnd type="none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3456432" y="373075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Vₖ</a:t>
            </a:r>
            <a:endParaRPr lang="en-US" sz="730" dirty="0"/>
          </a:p>
        </p:txBody>
      </p:sp>
      <p:sp>
        <p:nvSpPr>
          <p:cNvPr id="80" name="Shape 78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RHS Assembly is the inner physics operator; Radau is the transient time integrator; the voltage sweep wraps both to produce the complete 2D J-V result.</a:t>
            </a:r>
            <a:endParaRPr lang="en-US" sz="10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SolarLab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2D Solver Workflow</dc:title>
  <dc:subject>Complete 2D solver workflow</dc:subject>
  <dc:creator>SolarLab</dc:creator>
  <cp:lastModifiedBy>SolarLab</cp:lastModifiedBy>
  <cp:revision>1</cp:revision>
  <dcterms:created xsi:type="dcterms:W3CDTF">2026-05-19T12:36:17Z</dcterms:created>
  <dcterms:modified xsi:type="dcterms:W3CDTF">2026-05-19T12:36:17Z</dcterms:modified>
</cp:coreProperties>
</file>